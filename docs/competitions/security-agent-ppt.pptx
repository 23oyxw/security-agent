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security-agent v0.9.0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B82F6"/>
                </a:solidFill>
              </a:defRPr>
            </a:pPr>
            <a:r>
              <a:t>#银河麒麟智能安全运维 Agent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A2 赛题 - 中国软件杯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麒麟软件有限公司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问题背景：麒麟运维三大痛点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87171"/>
                </a:solidFill>
              </a:defRPr>
            </a:pPr>
            <a:r>
              <a:t>X 门槛高 - 命令行操作复杂，新人上手慢</a:t>
            </a:r>
          </a:p>
          <a:p>
            <a:pPr>
              <a:spcAft>
                <a:spcPts val="600"/>
              </a:spcAft>
              <a:defRPr sz="2000">
                <a:solidFill>
                  <a:srgbClr val="F87171"/>
                </a:solidFill>
              </a:defRPr>
            </a:pPr>
            <a:r>
              <a:t>X 风险大 - AI 可能幻觉，生成危险命令</a:t>
            </a:r>
          </a:p>
          <a:p>
            <a:pPr>
              <a:spcAft>
                <a:spcPts val="600"/>
              </a:spcAft>
              <a:defRPr sz="2000">
                <a:solidFill>
                  <a:srgbClr val="F87171"/>
                </a:solidFill>
              </a:defRPr>
            </a:pPr>
            <a:r>
              <a:t>X 难追溯 - 操作分散，安全审计空白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&gt; 目标：做自然语言与麒麟 OS 之间的安全桥梁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B82F6"/>
                </a:solidFill>
              </a:defRPr>
            </a:pPr>
            <a:r>
              <a:t>#用自然语言安全地管理麒麟服务器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  帮我检查系统安全状态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     -&gt; 感知 -&gt; 安全校验 -&gt; 执行 -&gt; 报告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B/S 架构 - Vue3 前端 - 浏览器 - 端口 8900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L1 多维感知：仪表盘 + 边界对抗 + 知识检索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L2 安全防护：三层防御 30/35/35 + 7层沙箱</a:t>
            </a:r>
          </a:p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=== GATE 层间门禁 ===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L3 工具执行：17 Skills 四簇 + 智能终端 5阶段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L4 审计追溯：IncidentSpine + append-only卷宗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L5 量化迭代：六维指标 + 策略反写L1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三Agent: core_dispatch + safety_sandbox + audit_iteration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MCP 插件化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metrics  指标采集: healthcheck monitor system_info cpu_tuning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logs    日志处理: log_analyzer audit trace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repair  故障修复: hardening cleanup disk responder config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dispatch 资源调度: network_ops process terminal memory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热插拔: POST /api/mcp/reload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工具统计面板: 调用次数 成功率 延迟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86个工具函数 - 6个L2工作流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三层安全防御 (核心)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L1 静态风险评估 30%: 规则引擎 + 注入扫描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L2 动态意图审计 35%: 用户意图 vs 命令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L3 受限执行环境 35%: 最小权限 + 沙箱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|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   v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裁定: ALLOW / CONFIRM / APPROVE / ESCALATE / DENY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实测: rm -rf -&gt; DENY / ls -la -&gt; ALLOW(93.25)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7层沙箱 + 边界对抗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setuid &gt; rlimit &gt; OverlayFS &gt; mount_ns &gt; net_ns &gt; seccomp &gt; cgroup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12个安全探针 (权限+文件系统+网络各4)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7种变异策略 Fuzzer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CRITICAL级直接拒绝 -&gt; 必须人工审批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人工审批闭环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提交高危命令 -&gt; 三层防御 -&gt; ESCALATE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-&gt; 自动创建审批单 SQLite 持久化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-&gt; 管理员 Web UI 审批队列 批准/拒绝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-&gt; 5秒轮询 -&gt; 携带approval_id执行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状态: pending -&gt; approved / rejected / timeout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审批方与执行方角色分离 最小权限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智能终端 5阶段流水线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上下文采集 -&gt; 预分析 -&gt; 安全执行 -&gt; 事后验证 -&gt; 学习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自然语言: 看看谁在连我 -&gt; ss -tunlp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PrivilegeBroker 自动降权 agent_ops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PID/路径幻觉检测 + 退出码校验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全链路溯源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IncidentSpine: receive-&gt;plan-&gt;safety-&gt;exec-&gt;post_verify-&gt;harness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同一 trace_id 贯穿 L1-L5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append-only JSONL 卷宗 不可篡改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时间线/DAG/热力图 可视化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Token追踪 + 成本核算 + 上下文治理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根因分析 6维引擎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CPU: 负载&gt;核数x2 -&gt; 定位高CPU进程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内存: OOM事件 -&gt; 定位内存大户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磁盘: use%&gt;85% -&gt; 大文件排查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进程: CPU&gt;90%单进程 -&gt; 检查恶意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网络: 非标端口监听 -&gt; 确认合法性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日志: 30min&gt;10条错误 -&gt; 根因定位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关联引擎: 6条因果链 内存不足-&gt;OOM-&gt;被kill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麒麟 LoongArch 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架构: loongarch64 原生 venv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包管理: 龙芯lpypi镜像源 + dnf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C扩展零编译: bcrypt-&gt;pbkdf2 uvloop-&gt;跳过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KYSEC: mac_checker 对接安全策略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前端dist预构建 tar.gz 2.4MB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一键安装: bash scripts/bootstrap-kylin-loongarch.sh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6项架构创新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1. 7层沙箱 OverlayFS COW + seccomp + cgroup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2. 能力装箱 统一入口 + 熔断保护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3. 边界Fuzzer 7种变异检测沙箱穿透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4. 三方统一契约 前端/后端/文档共享JSON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5. 文档活化 TF-IDF双索引 零外部依赖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6. 知识自愈 一致性+新鲜度+休眠检测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测试与质量保障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0B981"/>
                </a:solidFill>
              </a:defRPr>
            </a:pPr>
            <a:r>
              <a:t>&gt; 111用例 100%通过 9.59秒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沙箱19/19 告警24/24 文档23/23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边界16/16 装箱12/12 知识15/15 防御2/2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CI/CD: GitHub Actions自动回归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历史健康度: 100/100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600" b="1">
                <a:solidFill>
                  <a:srgbClr val="3B82F6"/>
                </a:solidFill>
              </a:defRPr>
            </a:pPr>
            <a:r>
              <a:t>#v0.9.0 交付总结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[OK] 5大基本功能全部实现并通过测试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[OK] 麒麟V11 LoongArch实机部署验证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[OK] 111用例100%通过 健康度100/100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v1.0: 多Agent联邦 Sigma规则引擎 WebSocket推送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GitHub: github.com/23oyxw/security-agent</a:t>
            </a:r>
          </a:p>
          <a:p>
            <a:pPr>
              <a:spcAft>
                <a:spcPts val="600"/>
              </a:spcAft>
              <a:defRPr sz="2000">
                <a:solidFill>
                  <a:srgbClr val="E2E8F0"/>
                </a:solidFill>
              </a:defRPr>
            </a:pPr>
            <a:r>
              <a:t>Gitee: gitee.com/swok/security-agent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