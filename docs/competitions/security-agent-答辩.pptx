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微软雅黑"/>
              </a:defRPr>
            </a:pPr>
            <a:r>
              <a:t>银河麒麟智能安全运维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微软雅黑"/>
              </a:defRPr>
            </a:pPr>
            <a:r>
              <a:t>security-agent v0.9.0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队名: 智能麒麟agent安全运维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队长: 欧阳学武  |  队员: 黄照庭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日期: 2026.4.17 - 2026.7.19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第十五届"中国软件杯"大学生软件设计大赛 · A2赛题 · 麒麟软件有限公司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1. 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2. 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3. 技术架构 — 五层流水线 + 三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4. MCP 插件化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5. 三层安全防御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600"/>
                </a:solidFill>
                <a:latin typeface="微软雅黑"/>
              </a:defRPr>
            </a:pPr>
            <a:r>
              <a:t>6. 4 层沙箱隔离 ← 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7. 人工审批闭环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8. 智能终端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9. 全链路溯源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10. 麒麟 LoongArch 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11. 测试与质量保障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8D4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┌─ L1 多维感知 ─────────────────────────┐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│  8维仪表盘 · 边界对抗 · 知识检索      │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0B981"/>
                </a:solidFill>
                <a:latin typeface="微软雅黑"/>
              </a:defRPr>
            </a:pPr>
            <a:r>
              <a:t>├─ L2 安全防护 ─────────────────────────┤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微软雅黑"/>
              </a:defRPr>
            </a:pPr>
            <a:r>
              <a:t>│  三层防御 30/35/35 · 4层沙箱          │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├────── GATE 层间门禁 ──────────────────┤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├─ L3 工具执行 ─────────────────────────┤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│  17 Skills · 四工具簇 · 智能终端      │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├─ L4 审计追溯 ─────────────────────────┤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│  IncidentSpine · append-only 卷宗     │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├─ L5 量化迭代 ─────────────────────────┤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│  六维指标 · 策略反写 L1               │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└──────────────────────────────────────┘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三 Agent: core_dispatch(L1+L3) + safety_sandbox(L2) + audit_iteration(L4+L5)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微软雅黑"/>
              </a:defRPr>
            </a:pPr>
            <a:r>
              <a:t>三层安全防御 — 让 AI 不能乱来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用户输入命令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 ↓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┌─ 第1层：静态风险评估 (30%) ────────┐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│  规则引擎 · 注入扫描 · 四级风险矩阵  │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└────────────────────────────────────┘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 ↓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┌─ 第2层：动态意图审计 (35%) ────────┐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│  用户意图 vs 拟执行命令 · 交叉校验   │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└────────────────────────────────────┘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 ↓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0B981"/>
                </a:solidFill>
                <a:latin typeface="微软雅黑"/>
              </a:defRPr>
            </a:pPr>
            <a:r>
              <a:t>┌─ 第3层：受限执行环境 (35%) ────────┐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│  4层沙箱 · OverlayFS COW · 最小权限  │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10B981"/>
                </a:solidFill>
                <a:latin typeface="微软雅黑"/>
              </a:defRPr>
            </a:pPr>
            <a:r>
              <a:t>└────────────────────────────────────┘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 ↓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FFD600"/>
                </a:solidFill>
                <a:latin typeface="微软雅黑"/>
              </a:defRPr>
            </a:pPr>
            <a:r>
              <a:t>裁定: ALLOW / CONFIRM / APPROVE / ESCALATE / DENY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微软雅黑"/>
              </a:defRPr>
            </a:pPr>
            <a:r>
              <a:t>4 层沙箱隔离 — 写得进去，回得来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Layer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setuid 降权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最低权限用户执行，杜绝提权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rlimit 资源限制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CPU/内存/进程数硬限制，防止资源耗尽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OverlayFS 写时复制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所有写操作落入 upperdir，原始文件不受影响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mount_ns 文件隔离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私有 /tmp、/dev、/proc 挂载点，隔离文件系统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600"/>
                </a:solidFill>
                <a:latin typeface="微软雅黑"/>
              </a:defRPr>
            </a:pPr>
            <a:r>
              <a:t>注意: network_ns、seccomp、cgroup 为 P1 规划，当前未启用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78D4"/>
                </a:solidFill>
                <a:latin typeface="微软雅黑"/>
              </a:defRPr>
            </a:pPr>
            <a:r>
              <a:t>6 项架构创新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4 层沙箱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setuid降权 + rlimit + OverlayFS COW + mount_ns文件隔离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能力装箱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ToolBox/FlowBox/PluginBox 统一入口 + 熔断保护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边界 Fuzzer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12 探针 + 7 变异策略，自动检测沙箱穿透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三方统一契约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前端/后端/文档共享一份 JSON 真源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文档活化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TF-IDF 双索引（BM25+余弦），零外部依赖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知识自愈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一致性检查 + 新鲜度检测 + 休眠告警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队名: 智能麒麟agent安全运维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队长: 欧阳学武  |  队员: 黄照庭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GitHub: github.com/23oyxw/security-agent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微软雅黑"/>
              </a:defRPr>
            </a:pPr>
            <a:r>
              <a:t>让安全运维更智能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