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B82F6"/>
                </a:solidFill>
              </a:defRPr>
            </a:pPr>
            <a:r>
              <a:t>银河麒麟智能安全运维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3B82F6"/>
                </a:solidFill>
              </a:defRPr>
            </a:pPr>
            <a:r>
              <a:t>##security-agent v0.9.0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第十五届中国软件杯大学生软件设计大赛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A2 赛题 · 出题企业：麒麟软件有限公司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2026年7月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B82F6"/>
                </a:solidFill>
              </a:defRPr>
            </a:pPr>
            <a:r>
              <a:t>问题背景：麒麟运维的三大痛点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F87171"/>
                </a:solidFill>
              </a:defRPr>
            </a:pPr>
            <a:r>
              <a:t>🔴 门槛高 — 命令行操作复杂，新手上手慢，运维效率低</a:t>
            </a:r>
          </a:p>
          <a:p>
            <a:pPr>
              <a:spcAft>
                <a:spcPts val="600"/>
              </a:spcAft>
              <a:defRPr sz="2000">
                <a:solidFill>
                  <a:srgbClr val="F87171"/>
                </a:solidFill>
              </a:defRPr>
            </a:pPr>
            <a:r>
              <a:t>🔴 风险大 — AI 大模型可能产生幻觉，生成 rm -rf / 等危险命令</a:t>
            </a:r>
          </a:p>
          <a:p>
            <a:pPr>
              <a:spcAft>
                <a:spcPts val="600"/>
              </a:spcAft>
              <a:defRPr sz="2000">
                <a:solidFill>
                  <a:srgbClr val="F87171"/>
                </a:solidFill>
              </a:defRPr>
            </a:pPr>
            <a:r>
              <a:t>🔴 难追溯 — 操作记录分散，出问题找不到原因，安全审计空白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2200">
                <a:solidFill>
                  <a:srgbClr val="10B981"/>
                </a:solidFill>
              </a:defRPr>
            </a:pPr>
            <a:r>
              <a:t>👉 核心目标：做自然语言与麒麟 OS 之间的「安全桥梁」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B82F6"/>
                </a:solidFill>
              </a:defRPr>
            </a:pPr>
            <a:r>
              <a:t>产品定位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3B82F6"/>
                </a:solidFill>
              </a:defRPr>
            </a:pPr>
            <a:r>
              <a:t>##用自然语言安全地管理麒麟服务器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"帮我检查系统安全状态"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   → 感知 → 安全校验 → 执行 → 结构化报告 + 修复建议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B/S 架构 · Vue3 前端 · 浏览器即可使用 · 端口 :8900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B82F6"/>
                </a:solidFill>
              </a:defRPr>
            </a:pPr>
            <a:r>
              <a:t>技术架构：五层流水线 + 三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L1 多维感知：8维仪表盘 · 边界对抗 · 知识检索 (53条Playbook)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L2 安全防护：三层防御 30/35/35 · 7层沙箱 · 5层告警静噪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═══ GATE 层间门禁 ═══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L3 工具执行：17 Skills (四簇) · 能力装箱 · 智能终端 5阶段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L4 审计追溯：IncidentSpine · append-only 卷宗 · trace_id 贯穿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L5 量化迭代：六维指标 · 散点/热力/分布 · 策略反写 L1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三 Agent：core_dispatch(L1+L3) + safety_sandbox(L2) + audit_iteration(L4+L5)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153条API路由 · 21个Vue3页面 · 12个服务模块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B82F6"/>
                </a:solidFill>
              </a:defRPr>
            </a:pPr>
            <a:r>
              <a:t>MCP 插件化：17 Skills · 四簇 · 热插拔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metrics  (指标采集): healthcheck, monitor, system_info, cpu_tuning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logs    (日志处理): log_analyzer, audit, trace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repair  (故障修复): security_hardening, cleanup, disk, incident_responder, config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dispatch(资源调度): network_ops, process, terminal, memory_priority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热插拔: POST /api/mcp/reload — 无需重启服务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工具统计: 调用次数 / 成功率 / 平均延迟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86 个工具函数 · 6 个 L2 工作流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0B981"/>
                </a:solidFill>
              </a:defRPr>
            </a:pPr>
            <a:r>
              <a:t>⭐ 三层安全防御 (核心功能)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第1层 静态风险评估 (权重 30%)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   规则引擎 + 注入扫描 + 四级风险矩阵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第2层 动态意图审计 (权重 35%)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   用户运维意图 vs 拟执行命令 · LLM 交叉校验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第3层 受限执行环境 (权重 35%)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   最小权限 + 沙箱隔离 + 备份回滚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   ↓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裁定: ALLOW / CONFIRM / APPROVE / ESCALATE / DENY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实测数据: rm -rf /tmp/test → DENY (注入阻断)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          ls -la /tmp → ALLOW (安全评分 93.25)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B82F6"/>
                </a:solidFill>
              </a:defRPr>
            </a:pPr>
            <a:r>
              <a:t>7层沙箱隔离 + 边界对抗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setuid 降权 → rlimit 资源限制 → OverlayFS 写时复制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→ mount_ns 文件隔离 → net_ns 网络隔离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→ seccomp 系统调用过滤 → cgroup 资源管控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12 个安全探针：权限×4 + 文件系统×4 + 网络×4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7 种变异策略 Fuzzer：路径遍历 / 命令注入 / Unicode绕过 / 空白绕过...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CRITICAL 级操作 → 拒绝自动执行 → 必须人工审批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B82F6"/>
                </a:solidFill>
              </a:defRPr>
            </a:pPr>
            <a:r>
              <a:t>🆕 人工审批闭环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用户提交高危操作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   → 三层防御评估 → verdict: ESCALATE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   → 自动创建审批单 (SQLite 持久化)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   → 管理员 Web UI 审批队列 → 点击批准 / 拒绝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   → 5秒轮询通知 → 携带 approval_id 执行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审批状态机: pending → approved ✅ / rejected ❌ / timeout ⏰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审批方与执行方角色分离，符合最小权限原则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B82F6"/>
                </a:solidFill>
              </a:defRPr>
            </a:pPr>
            <a:r>
              <a:t>智能终端：5阶段命令执行流水线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上下文采集 → 预分析(意图→命令映射) → 安全执行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→ 事后验证(退出码/PID校验) → 学习记录(持久化)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自然语言理解: "看看谁在连我" → ss -tunlp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PrivilegeBroker 自动降权到 agent_ops 用户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PID/路径幻觉检测 · 不安全命令自动拦截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退出码校验 + 标准错误输出捕获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B82F6"/>
                </a:solidFill>
              </a:defRPr>
            </a:pPr>
            <a:r>
              <a:t>全链路溯源：每一步都可复盘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IncidentSpine 六阶段记录: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receive → plan → safety → exec → post_verify → harness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同一 trace_id 贯穿 L1 → L5，不可篡改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append-only JSONL 卷宗 (不可篡改)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时间线 / DAG / 热力图 三种可视化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卷宗导出: GET /api/trace/{id}/export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Token 使用追踪 + 成本核算 + 上下文治理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B82F6"/>
                </a:solidFill>
              </a:defRPr>
            </a:pPr>
            <a:r>
              <a:t>根因分析：6维检测引擎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CPU: 负载过高 → 定位高 CPU 进程    (阈值: load &gt; 核数×2)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内存: OOM 事件 → 定位内存大户      (阈值: mem &gt; 90%)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磁盘: 空间不足 → 大文件排查         (阈值: use% &gt; 85%)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进程: 异常进程 → 检查是否为恶意     (阈值: CPU &gt; 90%)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网络: 可疑端口 → 确认服务合法性     (1-1024端口)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日志: 错误爆发 → 根因定位           (阈值: 30min &gt; 10条)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关联引擎: 6条因果链 — 如 内存不足→OOM→进程被kill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B82F6"/>
                </a:solidFill>
              </a:defRPr>
            </a:pPr>
            <a:r>
              <a:t>麒麟 LoongArch 平台适配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架构: loongarch64 原生 Python venv · 不依赖 x86 二进制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包管理: 龙芯专属 lpypi 镜像源 · dnf 系统包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C扩展零编译: bcrypt→pbkdf2 (纯Python) · uvloop→跳过 · 无需gcc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KYSEC: mac_checker 对接安全策略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前端: dist 预构建随包发布 · tar.gz 2.4MB (不含site-packages)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一键安装: bash scripts/bootstrap-kylin-loongarch.sh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B82F6"/>
                </a:solidFill>
              </a:defRPr>
            </a:pPr>
            <a:r>
              <a:t>6 项架构创新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1. 7层沙箱隔离 — OverlayFS COW + seccomp + cgroup，写操作可回滚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2. 能力装箱体系 — ToolBox/FlowBox/PluginBox 统一入口 + 熔断保护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3. 边界模糊测试 — 7种变异策略自动检测沙箱穿透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4. 三方统一契约 — 前端/后端/文档共享一份 JSON 真源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5. 文档活化检索 — TF-IDF 双索引 (BM25+余弦) 零外部依赖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6. 知识自愈机制 — 一致性检查 + 新鲜度检测 + 休眠告警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0B981"/>
                </a:solidFill>
              </a:defRPr>
            </a:pPr>
            <a:r>
              <a:t>测试与质量保障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10B981"/>
                </a:solidFill>
              </a:defRPr>
            </a:pPr>
            <a:r>
              <a:t>✅ 111 用例 · 100% 通过率 · 9.59秒执行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沙箱隔离 19/19    告警静噪 24/24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文档活化 23/23    边界自检 16/16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能力装箱 12/12    知识自愈 15/15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三层防御  2/2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CI/CD: GitHub Actions 自动回归测试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历史健康度追踪: 100/100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B82F6"/>
                </a:solidFill>
              </a:defRPr>
            </a:pPr>
            <a:r>
              <a:t>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3B82F6"/>
                </a:solidFill>
              </a:defRPr>
            </a:pPr>
            <a:r>
              <a:t>##v0.9.0 交付总结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2200">
                <a:solidFill>
                  <a:srgbClr val="10B981"/>
                </a:solidFill>
              </a:defRPr>
            </a:pPr>
            <a:r>
              <a:t>✅ 5 大基本功能全部实现并测试通过</a:t>
            </a:r>
          </a:p>
          <a:p>
            <a:pPr>
              <a:spcAft>
                <a:spcPts val="600"/>
              </a:spcAft>
              <a:defRPr sz="2200">
                <a:solidFill>
                  <a:srgbClr val="10B981"/>
                </a:solidFill>
              </a:defRPr>
            </a:pPr>
            <a:r>
              <a:t>✅ 麒麟 V11 LoongArch 实机部署验证</a:t>
            </a:r>
          </a:p>
          <a:p>
            <a:pPr>
              <a:spcAft>
                <a:spcPts val="600"/>
              </a:spcAft>
              <a:defRPr sz="2200">
                <a:solidFill>
                  <a:srgbClr val="10B981"/>
                </a:solidFill>
              </a:defRPr>
            </a:pPr>
            <a:r>
              <a:t>✅ 111 用例 100% 通过 · 健康度 100/100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v1.0 展望: 多Agent联邦协作 · Sigma规则引擎 · WebSocket实时推送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GitHub: github.com/23oyxw/security-agent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Gitee:  gitee.com/swok/security-agent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文档: docs/submissions/README.md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