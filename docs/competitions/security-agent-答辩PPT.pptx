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银河麒麟智能安全运维 Agent</a:t>
            </a:r>
          </a:p>
          <a:p>
            <a:pPr>
              <a:spcAft>
                <a:spcPts val="2000"/>
              </a:spcAft>
              <a:defRPr sz="2800">
                <a:solidFill>
                  <a:srgbClr val="10B981"/>
                </a:solidFill>
              </a:defRPr>
            </a:pPr>
            <a:r>
              <a:t>security-agent v0.9.0</a:t>
            </a:r>
          </a:p>
          <a:p>
            <a:pPr>
              <a:defRPr sz="1200"/>
            </a:pP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第十五届中国软件杯大学生软件设计大赛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A2: 面向麒麟操作系统的安全智能运维Agent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出题企业: 麒麟软件有限公司</a:t>
            </a:r>
          </a:p>
          <a:p>
            <a:pPr>
              <a:defRPr sz="2200">
                <a:solidFill>
                  <a:srgbClr val="E2E8F0"/>
                </a:solidFill>
              </a:defRPr>
            </a:pPr>
            <a:r>
              <a:t>队名: 智能麒麟agent安全运维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队长: 欧阳学武    队员: 黄照庭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开发周期: 2026.4.17 - 2026.7.19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项目背景与痛点分析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! 麒麟服务器运维三大痛点: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! 门槛高 - 命令行操作复杂 新人上手慢 运维效率低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! 风险大 - AI大模型可能产生幻觉 生成危险命令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! 难追溯 - 操作记录分散 安全审计存在空白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解决方案: 构建自然语言与麒麟OS之间的智能安全桥梁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让运维人员用对话方式安全管理服务器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3B82F6"/>
                </a:solidFill>
              </a:defRPr>
            </a:pPr>
            <a:r>
              <a:t>#用自然语言安全地管理麒麟服务器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输入: 帮我检查系统安全状态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处理: 感知 -&gt; 安全校验 -&gt; 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输出: 结构化报告 + 修复建议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B/S架构 / Vue3前端 / 浏览器访问 :8900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支持麒麟V11 LoongArch / 兼容x86 Linux和Windows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技术架构: 五层流水线 + 三Agent协同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L1 多维感知: 8维仪表盘 + 边界对抗 + TF-IDF知识检索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L2 安全防护: 三层防御30/35/35 + 7层沙箱 + 5层告警静噪</a:t>
            </a:r>
          </a:p>
          <a:p>
            <a:pPr>
              <a:spcAft>
                <a:spcPts val="600"/>
              </a:spcAft>
              <a:defRPr sz="2200">
                <a:solidFill>
                  <a:srgbClr val="3B82F6"/>
                </a:solidFill>
              </a:defRPr>
            </a:pPr>
            <a:r>
              <a:t>=== GATE 层间门禁 ===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L3 工具执行: 17 Skills四簇 + 能力装箱 + 智能终端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L4 审计追溯: IncidentSpine + append-only卷宗 + trace_id贯穿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L5 量化迭代: 六维指标 + 散点/热力/分布 + 策略反写L1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三Agent: core_dispatch(L1+L3) + safety_sandbox(L2) + audit_iteration(L4+L5)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153条API路由 / 21个Vue3页面 / 12个服务模块 / 260个py文件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MCP 插件化: 17 Skills + 四簇 + 热插拔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metrics  指标采集: healthcheck monitor system_info cpu_tuning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logs    日志处理: log_analyzer audit trace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repair  故障修复: security_hardening cleanup disk incident_responder config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dispatch 资源调度: network_ops process terminal memory_priority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热插拔: POST /api/mcp/reload 无需重启服务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工具统计面板: 调用次数 / 成功率 / 平均延迟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86个工具函数 / 6个L2确定性工作流 / 工具目录已同步Gitee Wiki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核心功能: 三层安全防御体系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第1层 静态风险评估 (权重30%)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规则引擎 + 注入扫描 + 四级风险矩阵 + 高危命令模式库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第2层 动态意图审计 (权重35%)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用户运维意图 vs 拟执行命令 LLM交叉校验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第3层 受限执行环境 (权重35%)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最小权限 + 沙箱隔离 + 快照备份 + 自动回滚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裁定: ALLOW / CONFIRM / APPROVE / ESCALATE / DENY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实测: rm -rf /tmp/test -&gt; DENY (注入阻断)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      ls -la /tmp -&gt; ALLOW (安全评分93.25)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7层沙箱隔离 + 边界对抗检测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setuid降权 -&gt; rlimit资源限制 -&gt; OverlayFS写时复制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mount_ns文件隔离 -&gt; net_ns网络隔离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seccomp系统调用过滤 -&gt; cgroup资源管控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12个安全探针: 权限x4 + 文件系统x4 + 网络x4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7种变异策略Fuzzer: 路径遍历 命令注入 环境注入 Unicode绕过...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CRITICAL级操作 -&gt; 拒绝自动执行 -&gt; 必须人工审批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OverlayFS COW确保写操作可回滚 12探针定期巡逻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人工审批闭环 (S4级安全机制)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用户提交高危操作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-&gt; 三层防御评估 -&gt; verdict: ESCALATE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-&gt; 自动创建审批单 (SQLite持久化 防丢失)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-&gt; 管理员Web UI审批队列 -&gt; 批准 / 拒绝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-&gt; 5秒轮询通知 -&gt; 携带approval_id执行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审批状态: pending -&gt; approved(可执行) / rejected(拒绝) / timeout(超时)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审批方与执行方角色分离 符合最小权限原则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全流程审计日志 可追溯每一次审批决策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智能终端: 5阶段命令执行流水线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上下文采集 -&gt; 预分析(意图-&gt;命令映射) -&gt; 安全执行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事后验证(退出码/PID校验) -&gt; 学习记录(持久化)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自然语言理解: 看看谁在连我 -&gt; ss -tunlp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PrivilegeBroker 自动降权到 agent_ops 用户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PID/路径幻觉检测 + 不安全命令自动拦截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退出码校验 + 标准错误输出捕获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意图-&gt;命令学习记忆 持续优化命令匹配准确度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全链路溯源: 每一步都可复盘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IncidentSpine 六阶段全程记录: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receive -&gt; plan -&gt; safety -&gt; exec -&gt; post_verify -&gt; harness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同一 trace_id 贯穿L1-L5 不可篡改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append-only JSONL 卷宗 防篡改设计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时间线/DAG/热力图 三种可视化方式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卷宗导出: GET /api/trace/{id}/export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Token使用追踪 + 成本核算 + 上下文治理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根因分析: 6维智能检测引擎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CPU: 负载 &gt; 核数x2 -&gt; 自动定位高CPU进程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内存: 检测OOM事件 -&gt; 定位内存占用大户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磁盘: use% &gt; 85% -&gt; 触发大文件排查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进程: CPU&gt;90%单进程 -&gt; 检查是否为恶意程序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网络: 非标准端口监听 -&gt; 确认服务合法性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日志: 30分钟内&gt;10条错误 -&gt; 触发根因定位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关联引擎: 6条因果链规则 如 内存不足-&gt;OOM-&gt;进程被kill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置信度评分 优先处理高置信度根因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麒麟 LoongArch 平台适配方案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架构适配: loongarch64原生Python venv 不依赖x86二进制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包管理: 龙芯专属lpypi镜像源 + dnf系统包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C扩展零编译: bcrypt-&gt;pbkdf2 uvloop-&gt;跳过 无需gcc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KYSEC: mac_checker对接麒麟安全策略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Docker: 禁用LiteLLM(龙架构无镜像) 直连DeepSeek API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前端: dist预构建随包发布 tar.gz仅2.4MB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3B82F6"/>
                </a:solidFill>
              </a:defRPr>
            </a:pPr>
            <a:r>
              <a:t>= 一键安装: bash scripts/bootstrap-kylin-loongarch.sh</a:t>
            </a:r>
          </a:p>
          <a:p>
            <a:pPr>
              <a:spcAft>
                <a:spcPts val="600"/>
              </a:spcAft>
              <a:defRPr sz="2200">
                <a:solidFill>
                  <a:srgbClr val="3B82F6"/>
                </a:solidFill>
              </a:defRPr>
            </a:pPr>
            <a:r>
              <a:t>= 一键启动: bash boot_start.sh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详细部署文档: docs/DEPLOY_KYLIN_LOONGARCH.md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6项架构创新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1. 7层沙箱隔离: OverlayFS COW + seccomp + cgroup 写操作可回滚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2. 能力装箱体系: ToolBox/FlowBox/PluginBox统一入口 + 熔断保护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3. 边界模糊测试: 7种变异策略Fuzzer 自动检测沙箱穿透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4. 三方统一契约: 前端/后端/文档共享一份JSON真源 自动漂移检测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5. 文档活化检索: TF-IDF双索引(BM25+余弦) 零外部依赖 龙架构可用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6. 知识自愈机制: 一致性检查 + 新鲜度检测 + 休眠告警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+ 111 用例 100% 通过率 9.59秒执行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沙箱隔离 19/19    告警静噪 24/24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文档活化 23/23    边界自检 16/16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能力装箱 12/12    知识自愈 15/15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三层防御  2/2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CI/CD: GitHub Actions 自动回归测试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历史健康度追踪: 100/100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平均单用例耗时: 86ms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API响应: health &lt;5ms  safety/evaluate ~6ms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3B82F6"/>
                </a:solidFill>
              </a:defRPr>
            </a:pPr>
            <a:r>
              <a:t>#v0.9.0 项目交付总结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+ 5大基本功能全部实现并通过测试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麒麟V11 LoongArch实机部署验证通过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+ 111用例100%通过 健康度100/100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+ 9项提交文档齐全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v1.0 展望方向: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多Agent联邦协作 / Sigma规则引擎集成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WebSocket实时推送 / 自动化运维编排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</a:defRPr>
            </a:pPr>
            <a:r>
              <a:t>-- GitHub: github.com/23oyxw/security-agent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</a:defRPr>
            </a:pPr>
            <a:r>
              <a:t>-- Gitee: gitee.com/swok/security-agent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</a:defRPr>
            </a:pPr>
            <a:r>
              <a:t>-- 文档索引: docs/submissions/README.md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