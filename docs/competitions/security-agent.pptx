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银河麒麟智能安全运维 Agent</a:t>
            </a:r>
          </a:p>
          <a:p>
            <a:pPr algn="ctr">
              <a:spcAft>
                <a:spcPts val="3600"/>
              </a:spcAft>
              <a:defRPr sz="2000">
                <a:solidFill>
                  <a:srgbClr val="2563EB"/>
                </a:solidFill>
              </a:defRPr>
            </a:pPr>
            <a:r>
              <a:t>基于五层流水线架构的智能运维系统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队名：智能麒麟agent安全运维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队长：欧阳学武    队员：黄照庭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开发周期：2026.4.17 — 2026.7.19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1600">
                <a:solidFill>
                  <a:srgbClr val="6B7280"/>
                </a:solidFill>
              </a:defRPr>
            </a:pPr>
            <a:r>
              <a:t>第十五届中国软件杯大学生软件设计大赛</a:t>
            </a:r>
          </a:p>
          <a:p>
            <a:pPr algn="ctr">
              <a:spcAft>
                <a:spcPts val="400"/>
              </a:spcAft>
              <a:defRPr sz="1600">
                <a:solidFill>
                  <a:srgbClr val="6B7280"/>
                </a:solidFill>
              </a:defRPr>
            </a:pPr>
            <a:r>
              <a:t>A2 赛题 · 出题企业：麒麟软件有限公司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五层流水线架构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2/10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91440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280160"/>
            <a:ext cx="457200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多维感知</a:t>
            </a:r>
            <a:br/>
            <a:r>
              <a:t>8维仪表盘 · 边界对抗 · TF-IDF知识检索 · 53条应急预案</a:t>
            </a:r>
          </a:p>
        </p:txBody>
      </p:sp>
      <p:sp>
        <p:nvSpPr>
          <p:cNvPr id="7" name="Down Arrow 6"/>
          <p:cNvSpPr/>
          <p:nvPr/>
        </p:nvSpPr>
        <p:spPr>
          <a:xfrm>
            <a:off x="777240" y="1965960"/>
            <a:ext cx="274320" cy="15544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21408"/>
            <a:ext cx="91440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121408"/>
            <a:ext cx="457200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安全防护</a:t>
            </a:r>
            <a:br/>
            <a:r>
              <a:t>三层防御30/35/35 · 4层沙箱 · 5层告警静噪 · 审批闭环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77240" y="2807208"/>
            <a:ext cx="274320" cy="15544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962656"/>
            <a:ext cx="91440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962656"/>
            <a:ext cx="457200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层间门禁</a:t>
            </a:r>
            <a:br/>
            <a:r>
              <a:t>计划模式+安全裁决双重校验 · 未通过禁止进入执行层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77240" y="3648456"/>
            <a:ext cx="274320" cy="15544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803904"/>
            <a:ext cx="914400" cy="685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803904"/>
            <a:ext cx="457200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工具执行</a:t>
            </a:r>
            <a:br/>
            <a:r>
              <a:t>17个MCP Skills(四簇) · 能力装箱 · 智能终端5阶段流水线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77240" y="4489704"/>
            <a:ext cx="274320" cy="15544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45152"/>
            <a:ext cx="914400" cy="6858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4645152"/>
            <a:ext cx="457200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审计追溯</a:t>
            </a:r>
            <a:br/>
            <a:r>
              <a:t>IncidentSpine全链路trace_id · append-only JSONL卷宗 · 可视化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77240" y="5330952"/>
            <a:ext cx="274320" cy="155448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914400" cy="685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5486400"/>
            <a:ext cx="457200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量化迭代</a:t>
            </a:r>
            <a:br/>
            <a:r>
              <a:t>六维指标 · 散点/热力/分布图 · 关联引擎 · 策略反写L1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280160"/>
            <a:ext cx="484632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三Agent协同</a:t>
            </a:r>
            <a:br/>
            <a:r>
              <a:t>core_dispatch(L1+L3) + safety_sandbox(L2) + audit_iteration(L4+L5)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651760"/>
            <a:ext cx="484632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153条API路由 · 21个Vue3页面</a:t>
            </a:r>
            <a:br/>
            <a:r>
              <a:t>12个服务模块 · 260个py文件 · 111个测试用例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749039"/>
            <a:ext cx="4846320" cy="2468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硬性约束</a:t>
            </a:r>
            <a:br/>
            <a:br/>
            <a:r>
              <a:t>• L1/L2禁止执行决策，仅L3 execute阶段可调用工具</a:t>
            </a:r>
            <a:br/>
            <a:r>
              <a:t>• 工具单一职责，禁止多功能耦合</a:t>
            </a:r>
            <a:br/>
            <a:r>
              <a:t>• 批量强制前置全流程，不允许批量直执行</a:t>
            </a:r>
            <a:br/>
            <a:r>
              <a:t>• 数据闭环：边界对抗 · 检索记录 · 感知快照 全部结构化入库Gitee Wiki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三层安全防御体系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47472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30%</a:t>
            </a:r>
            <a:br/>
            <a:br/>
            <a:r>
              <a:t>第1层 静态风险评估</a:t>
            </a:r>
            <a:br/>
            <a:br/>
            <a:r>
              <a:t>规则引擎 + 注入扫描</a:t>
            </a:r>
            <a:br/>
            <a:r>
              <a:t>四级风险矩阵 + 高危命令模式库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2103120"/>
            <a:ext cx="2743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35%</a:t>
            </a:r>
            <a:br/>
            <a:br/>
            <a:r>
              <a:t>第2层 动态意图审计</a:t>
            </a:r>
            <a:br/>
            <a:br/>
            <a:r>
              <a:t>用户运维意图 vs 拟执行命令</a:t>
            </a:r>
            <a:br/>
            <a:r>
              <a:t>LLM交叉校验 · “清理临时文件” vs rm -rf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18120" y="2103120"/>
            <a:ext cx="2743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4747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35%</a:t>
            </a:r>
            <a:br/>
            <a:br/>
            <a:r>
              <a:t>第3层 受限执行环境</a:t>
            </a:r>
            <a:br/>
            <a:br/>
            <a:r>
              <a:t>最小权限 + 4层沙箱隔离</a:t>
            </a:r>
            <a:br/>
            <a:r>
              <a:t>快照备份 + 自动回滚 + 审批闭环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82880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ALLOW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931920"/>
            <a:ext cx="182880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CONFIRM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3931920"/>
            <a:ext cx="182880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APPROVE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931920"/>
            <a:ext cx="182880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3931920"/>
            <a:ext cx="182880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DENY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1033272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实测数据:  rm -rf /tmp/test -&gt; DENY(注入阻断)    |    ls -la /tmp -&gt; ALLOW(安全评分93.25)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安全护栏体系: 命令注入防御(7种模式) | 提权检测(6类探针) | MAC/KYSEC检查 | 熔断降级(S0-S4) | 审计日志全事件记录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4层沙箱隔离 + 边界对抗检测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4/10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setuid 降权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64008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高危命令自动切换到agent_ops受限用户，禁止root直接执行</a:t>
            </a:r>
          </a:p>
        </p:txBody>
      </p:sp>
      <p:sp>
        <p:nvSpPr>
          <p:cNvPr id="7" name="Down Arrow 6"/>
          <p:cNvSpPr/>
          <p:nvPr/>
        </p:nvSpPr>
        <p:spPr>
          <a:xfrm>
            <a:off x="1097280" y="2194560"/>
            <a:ext cx="32004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64592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rlimit 资源限制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377440"/>
            <a:ext cx="64008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CPU时间(15-60s) · 内存(256-512MB) · 文件大小 · 进程数 四级硬限制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97280" y="3200400"/>
            <a:ext cx="32004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164592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OverlayFS 写时复制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383280"/>
            <a:ext cx="64008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写操作在COW层执行，原始文件不受影响，可秒级回滚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97280" y="4206240"/>
            <a:ext cx="320040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64592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mount_ns 文件隔离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64008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私有/tmp、/dev/shm挂载点，防止敏感信息泄漏和横向移动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530352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12个安全探针 (定期巡逻)</a:t>
            </a:r>
            <a:br/>
            <a:r>
              <a:t>权限检测x4: setuid后门 · sudo泄漏 · capability泄漏 · 可写配置</a:t>
            </a:r>
            <a:br/>
            <a:r>
              <a:t>文件系统x4: symlink逃逸 · 挂载泄漏 · proc泄漏 · tmp noexec</a:t>
            </a:r>
            <a:br/>
            <a:r>
              <a:t>网络x4: 原始套接字 · 混杂模式 · 异常监听 · iptables规则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486400"/>
            <a:ext cx="530352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7种变异策略Fuzzer (自动检测沙箱穿透)</a:t>
            </a:r>
            <a:br/>
            <a:r>
              <a:t>路径遍历 · 命令注入 · 环境变量注入 · 特殊字符</a:t>
            </a:r>
            <a:br/>
            <a:r>
              <a:t>Unicode绕过 · 空白绕过 · 通配符扩展</a:t>
            </a:r>
            <a:br/>
            <a:r>
              <a:t>CRITICAL级操作 -&gt; 直接拒绝自动执行 -&gt; 必须人工审批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MCP 插件化：17 Skills · 四工具簇 · 热插拔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5/10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metrics</a:t>
            </a:r>
            <a:br/>
            <a:r>
              <a:t>指标采集</a:t>
            </a:r>
            <a:br/>
            <a:br/>
            <a:r>
              <a:t>healthcheck · monitor</a:t>
            </a:r>
            <a:br/>
            <a:r>
              <a:t>system_info · cpu_tuning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65176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logs</a:t>
            </a:r>
            <a:br/>
            <a:r>
              <a:t>日志处理</a:t>
            </a:r>
            <a:br/>
            <a:br/>
            <a:r>
              <a:t>log_analyzer · audit</a:t>
            </a:r>
            <a:br/>
            <a:r>
              <a:t>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265176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repair</a:t>
            </a:r>
            <a:br/>
            <a:r>
              <a:t>故障修复</a:t>
            </a:r>
            <a:br/>
            <a:br/>
            <a:r>
              <a:t>security_hardening · cleanup</a:t>
            </a:r>
            <a:br/>
            <a:r>
              <a:t>disk · incident_responder</a:t>
            </a:r>
            <a:br/>
            <a:r>
              <a:t>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71600"/>
            <a:ext cx="265176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dispatch</a:t>
            </a:r>
            <a:br/>
            <a:r>
              <a:t>资源调度</a:t>
            </a:r>
            <a:br/>
            <a:br/>
            <a:r>
              <a:t>network_ops · process</a:t>
            </a:r>
            <a:br/>
            <a:r>
              <a:t>terminal · memory_priority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530352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热插拔: POST /api/mcp/reload 无需重启服务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53035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工具统计面板: 调用次数 / 成功率 / 平均延迟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53035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86个工具函数 · 6个L2确定性工作流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53035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工具目录已同步至Gitee Wiki知识库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能力装箱体系: ToolBox(工具统一调用+自动统计) + FlowBox(5个L2确定性工作流) + PluginBox(MCP热插拔管理) + CapabilityGuard(熔断器+超时+重试)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人工审批闭环 (S4级安全机制)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6/10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103120" cy="1371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提交高危操作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286000"/>
            <a:ext cx="201168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828800"/>
            <a:ext cx="2103120" cy="1371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三层防御评估</a:t>
            </a:r>
            <a:br/>
            <a:r>
              <a:t>verdict: ESCALATE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286000"/>
            <a:ext cx="201168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10312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自动创建审批单</a:t>
            </a:r>
            <a:br/>
            <a:r>
              <a:t>(SQLite持久化)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2286000"/>
            <a:ext cx="201168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210312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管理员Web UI</a:t>
            </a:r>
            <a:br/>
            <a:r>
              <a:t>审批队列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55480" y="2286000"/>
            <a:ext cx="201168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1828800"/>
            <a:ext cx="210312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5秒轮询通知</a:t>
            </a:r>
            <a:br/>
            <a:r>
              <a:t>携带approval_id执行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45720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审批状态机</a:t>
            </a:r>
            <a:br/>
            <a:br/>
            <a:r>
              <a:t>pending -&gt; approved -&gt; 可执行</a:t>
            </a:r>
            <a:br/>
            <a:r>
              <a:t>pending -&gt; rejected -&gt; 已拒绝</a:t>
            </a:r>
            <a:br/>
            <a:r>
              <a:t>pending -&gt; timeout  -&gt; 超时重新申请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40480"/>
            <a:ext cx="5303520" cy="1371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关键特性</a:t>
            </a:r>
            <a:br/>
            <a:br/>
            <a:r>
              <a:t>审批方与执行方角色分离，符合最小权限原则</a:t>
            </a:r>
            <a:br/>
            <a:r>
              <a:t>全流程审计日志，可追溯每一次审批决策</a:t>
            </a:r>
            <a:br/>
            <a:r>
              <a:t>审批超时自动失效(默认3600秒)</a:t>
            </a:r>
            <a:br/>
            <a:r>
              <a:t>支持静默期(snooze)临时屏蔽重复告警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智能终端 + 全链路溯源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智能终端：5阶段命令执行流水线</a:t>
            </a:r>
            <a:br/>
            <a:br/>
            <a:r>
              <a:t>上下文采集 -&gt; 预分析(意图-&gt;命令映射) -&gt; 安全执行</a:t>
            </a:r>
            <a:br/>
            <a:r>
              <a:t>-&gt; 事后验证(退出码/PID校验) -&gt; 学习记录(持久化)</a:t>
            </a:r>
            <a:br/>
            <a:br/>
            <a:r>
              <a:t>• 自然语言理解: “看看谁在连我” -&gt; ss -tunlp</a:t>
            </a:r>
            <a:br/>
            <a:r>
              <a:t>• PrivilegeBroker 自动降权到 agent_ops 用户</a:t>
            </a:r>
            <a:br/>
            <a:r>
              <a:t>• PID/路径幻觉检测 · 不安全命令自动拦截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全链路溯源：IncidentSpine</a:t>
            </a:r>
            <a:br/>
            <a:br/>
            <a:r>
              <a:t>receive -&gt; plan -&gt; safety -&gt; exec -&gt; post_verify -&gt; harness</a:t>
            </a:r>
            <a:br/>
            <a:r>
              <a:t>同一trace_id贯穿L1-L5，不可篡改</a:t>
            </a:r>
            <a:br/>
            <a:br/>
            <a:r>
              <a:t>• append-only JSONL卷宗 (防篡改设计)</a:t>
            </a:r>
            <a:br/>
            <a:r>
              <a:t>• 时间线 / DAG / 热力图 三种可视化</a:t>
            </a:r>
            <a:br/>
            <a:r>
              <a:t>• 卷宗导出: GET /api/trace/{id}/export</a:t>
            </a:r>
            <a:br/>
            <a:r>
              <a:t>• Token使用追踪 + 成本核算 + 上下文治理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审计日志全事件覆盖</a:t>
            </a:r>
            <a:br/>
            <a:br/>
            <a:r>
              <a:t>认证事件: 登录/登出/Token刷新 | 安全事件: 评估/裁决/熔断/降级 | 执行事件: 命令/快照/回滚/审批</a:t>
            </a:r>
            <a:br/>
            <a:r>
              <a:t>监控事件: SSH暴破/端口变更/Cron修改 | 知识事件: Playbook命中/检索/学习 | 系统事件: 启动/停止/健康检查</a:t>
            </a:r>
            <a:br/>
            <a:r>
              <a:t>所有事件带trace_id + 时间戳 + 操作者 + 来源IP，支持按trace_id串联全链路复盘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根因分析 + 麒麟 LoongArch 平台适配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CPU: 负载&gt;核数x2 -&gt; 定位高CPU进程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内存: OOM事件 -&gt; 定位内存大户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磁盘: use%&gt;85% -&gt; 大文件排查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47472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进程: CPU&gt;90% -&gt; 恶意检查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47472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网络: 非标端口 -&gt; 确认合法性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286000"/>
            <a:ext cx="347472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日志: 30min&gt;10条 -&gt; 根因定位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1124712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关联引擎: 6条因果链规则 — 内存不足-&gt;OOM-&gt;进程被kill | 磁盘满-&gt;日志写入失败 | CPU高负载-&gt;异常进程引起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1031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2563EB"/>
                </a:solidFill>
              </a:defRPr>
            </a:pPr>
            <a:r>
              <a:t>麒麟 LoongArch 平台适配方案</a:t>
            </a:r>
            <a:br/>
            <a:br/>
            <a:r>
              <a:t>架构适配: loongarch64原生Python venv · 不依赖x86二进制</a:t>
            </a:r>
            <a:br/>
            <a:r>
              <a:t>包管理: 龙芯专属lpypi镜像源(https://lpypi.loongnix.cn/loongson/pypi/+simple) · dnf系统包</a:t>
            </a:r>
            <a:br/>
            <a:r>
              <a:t>C扩展零编译: bcrypt-&gt;pbkdf2(纯Python) · uvloop-&gt;跳过 · 禁用LiteLLM Docker(龙架构无镜像) · 直连DeepSeek API</a:t>
            </a:r>
            <a:br/>
            <a:r>
              <a:t>KYSEC对接: mac_checker检查麒麟安全策略 · 前端dist预构建随包发布</a:t>
            </a:r>
            <a:br/>
            <a:br/>
            <a:r>
              <a:t>一键安装: bash scripts/bootstrap-kylin-loongarch.sh</a:t>
            </a:r>
            <a:br/>
            <a:r>
              <a:t>一键启动: bash boot_start.sh</a:t>
            </a:r>
            <a:br/>
            <a:r>
              <a:t>详细文档: docs/DEPLOY_KYLIN_LOONGARCH.md | 依赖清单: requirements-kylin.txt | 权限指南: docs/deploy/KYLIN_PERMISSIONS.md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架构创新 + 测试质量保障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1. 4层沙箱隔离: OverlayFS COW + setuid + rlimit + mount_ns 写操作可回滚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48640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2. 能力装箱体系: ToolBox/FlowBox/PluginBox统一入口 + 熔断器保护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54864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3. 边界模糊测试: 7种变异策略Fuzzer 自动检测沙箱穿透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4864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4. 三方统一契约: 前端/后端/文档共享一份JSON真源 自动漂移检测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4864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5. 文档活化检索: TF-IDF双索引(BM25+余弦) 零外部依赖 龙架构可用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548640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6. 知识自愈机制: 一致性检查 + 新鲜度检测 + 休眠告警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3035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111 用例 · 100% 通过率 · 9.59秒</a:t>
            </a:r>
            <a:br/>
            <a:br/>
            <a:r>
              <a:t>沙箱隔离: 19/19    告警静噪: 24/24</a:t>
            </a:r>
            <a:br/>
            <a:r>
              <a:t>文档活化: 23/23    边界自检: 16/16</a:t>
            </a:r>
            <a:br/>
            <a:r>
              <a:t>能力装箱: 12/12    知识自愈: 15/15</a:t>
            </a:r>
            <a:br/>
            <a:r>
              <a:t>三层防御:  2/2</a:t>
            </a:r>
            <a:br/>
            <a:br/>
            <a:r>
              <a:t>CI/CD: GitHub Actions 自动回归测试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66160"/>
            <a:ext cx="53035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性能指标</a:t>
            </a:r>
            <a:br/>
            <a:br/>
            <a:r>
              <a:t>平均单用例耗时: 86ms</a:t>
            </a:r>
            <a:br/>
            <a:r>
              <a:t>API health响应: &lt;5ms</a:t>
            </a:r>
            <a:br/>
            <a:r>
              <a:t>API defense/evaluate: ~6ms</a:t>
            </a:r>
            <a:br/>
            <a:r>
              <a:t>后端启动时间: &lt;2s(12模块)</a:t>
            </a:r>
            <a:br/>
            <a:r>
              <a:t>前端构建产物: 3.8MB(21页面)</a:t>
            </a:r>
            <a:br/>
            <a:r>
              <a:t>部署包体积: 2.4MB tar.gz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历史健康度追踪: 100/100 (2026-07-15, Windows 11 x86_64)  |  测试框架: pytest 9.1.1 + pytest-asyncio + pytest-timeout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项目总结与展望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10/10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3200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v0.9.0 项目交付</a:t>
            </a:r>
            <a:br/>
            <a:br/>
            <a:r>
              <a:t>&gt; 5大基本功能全部实现并通过测试</a:t>
            </a:r>
            <a:br/>
            <a:r>
              <a:t>  OS深度感知 + MCP插件化 + 安全意图校验</a:t>
            </a:r>
            <a:br/>
            <a:r>
              <a:t>  最小权限代理执行 + 推理链路溯源</a:t>
            </a:r>
            <a:br/>
            <a:br/>
            <a:r>
              <a:t>&gt; 麒麟V11 LoongArch实机部署验证通过</a:t>
            </a:r>
            <a:br/>
            <a:br/>
            <a:r>
              <a:t>&gt; 111用例100%通过 健康度100/100</a:t>
            </a:r>
            <a:br/>
            <a:br/>
            <a:r>
              <a:t>&gt; 9项提交文档齐全</a:t>
            </a:r>
            <a:br/>
            <a:r>
              <a:t>  需求分析/功能设计/产品说明/功能测试</a:t>
            </a:r>
            <a:br/>
            <a:r>
              <a:t>  性能测试/部署文档/源代码/PPT/视频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400" b="0">
                <a:solidFill>
                  <a:srgbClr val="2563EB"/>
                </a:solidFill>
              </a:defRPr>
            </a:pPr>
            <a:r>
              <a:t>v1.0 展望方向</a:t>
            </a:r>
            <a:br/>
            <a:br/>
            <a:r>
              <a:t>多Agent联邦协作</a:t>
            </a:r>
            <a:br/>
            <a:r>
              <a:t>  多个安全Agent跨节点协同防御</a:t>
            </a:r>
            <a:br/>
            <a:br/>
            <a:r>
              <a:t>Sigma规则引擎集成</a:t>
            </a:r>
            <a:br/>
            <a:r>
              <a:t>  对接开源威胁检测规则标准</a:t>
            </a:r>
            <a:br/>
            <a:br/>
            <a:r>
              <a:t>WebSocket实时推送</a:t>
            </a:r>
            <a:br/>
            <a:r>
              <a:t>  告警/监控/审计事件实时推送</a:t>
            </a:r>
            <a:br/>
            <a:br/>
            <a:r>
              <a:t>自动化运维编排</a:t>
            </a:r>
            <a:br/>
            <a:r>
              <a:t>  Ansible化批量任务 + 定时巡检</a:t>
            </a:r>
            <a:br/>
            <a:br/>
            <a:r>
              <a:t>麒麟KYSEC深度集成</a:t>
            </a:r>
            <a:br/>
            <a:r>
              <a:t>  enforce模式全链路验证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GitHub: github.com/23oyxw/security-agent    |    Gitee: gitee.com/swok/security-agent    |    Wiki: gitee.com/swok/security-agent/wiki</a:t>
            </a:r>
            <a:br/>
            <a:r>
              <a:t>文档索引: docs/submissions/README.md    |    部署指南: docs/DEPLOY_KYLIN_LOONGARCH.md    |    依赖清单: requirements-kylin.txt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